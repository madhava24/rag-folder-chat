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2007DA4-5998-438B-B03E-191529735C9D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1332F52-4E25-4B79-BB1C-CE0479E30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333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07DA4-5998-438B-B03E-191529735C9D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2F52-4E25-4B79-BB1C-CE0479E30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280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07DA4-5998-438B-B03E-191529735C9D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2F52-4E25-4B79-BB1C-CE0479E30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355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07DA4-5998-438B-B03E-191529735C9D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2F52-4E25-4B79-BB1C-CE0479E30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085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07DA4-5998-438B-B03E-191529735C9D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2F52-4E25-4B79-BB1C-CE0479E30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906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07DA4-5998-438B-B03E-191529735C9D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2F52-4E25-4B79-BB1C-CE0479E30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863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07DA4-5998-438B-B03E-191529735C9D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2F52-4E25-4B79-BB1C-CE0479E30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093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07DA4-5998-438B-B03E-191529735C9D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2F52-4E25-4B79-BB1C-CE0479E30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253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07DA4-5998-438B-B03E-191529735C9D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2F52-4E25-4B79-BB1C-CE0479E30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109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07DA4-5998-438B-B03E-191529735C9D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2F52-4E25-4B79-BB1C-CE0479E30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71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07DA4-5998-438B-B03E-191529735C9D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2F52-4E25-4B79-BB1C-CE0479E30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443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07DA4-5998-438B-B03E-191529735C9D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2F52-4E25-4B79-BB1C-CE0479E30214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35740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07DA4-5998-438B-B03E-191529735C9D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2F52-4E25-4B79-BB1C-CE0479E30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326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07DA4-5998-438B-B03E-191529735C9D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2F52-4E25-4B79-BB1C-CE0479E30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135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07DA4-5998-438B-B03E-191529735C9D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2F52-4E25-4B79-BB1C-CE0479E30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6137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07DA4-5998-438B-B03E-191529735C9D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2F52-4E25-4B79-BB1C-CE0479E30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879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07DA4-5998-438B-B03E-191529735C9D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32F52-4E25-4B79-BB1C-CE0479E30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599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07DA4-5998-438B-B03E-191529735C9D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32F52-4E25-4B79-BB1C-CE0479E302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3351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C5243-119B-132F-87F7-2AC9474AF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600" cap="none" dirty="0" err="1"/>
              <a:t>FolderChat</a:t>
            </a:r>
            <a:endParaRPr lang="en-IN" sz="6600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B7554A-4E5B-F93B-2EF3-52612E34A2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cap="none" dirty="0"/>
              <a:t>Chat With Your Folder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15ABEA-6816-7A98-423D-988F418254F0}"/>
              </a:ext>
            </a:extLst>
          </p:cNvPr>
          <p:cNvSpPr txBox="1"/>
          <p:nvPr/>
        </p:nvSpPr>
        <p:spPr>
          <a:xfrm>
            <a:off x="7744378" y="4703544"/>
            <a:ext cx="33180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dirty="0"/>
              <a:t>By</a:t>
            </a:r>
          </a:p>
          <a:p>
            <a:pPr algn="ctr"/>
            <a:r>
              <a:rPr lang="en-IN" sz="2400" dirty="0"/>
              <a:t>Vippala Madhava Reddy</a:t>
            </a:r>
          </a:p>
        </p:txBody>
      </p:sp>
    </p:spTree>
    <p:extLst>
      <p:ext uri="{BB962C8B-B14F-4D97-AF65-F5344CB8AC3E}">
        <p14:creationId xmlns:p14="http://schemas.microsoft.com/office/powerpoint/2010/main" val="328114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DABAC-DBBF-EE9C-021D-791D2E62E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99858"/>
            <a:ext cx="9905998" cy="1478570"/>
          </a:xfrm>
        </p:spPr>
        <p:txBody>
          <a:bodyPr/>
          <a:lstStyle/>
          <a:p>
            <a:r>
              <a:rPr lang="en-IN" dirty="0"/>
              <a:t>Solution Design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E52247-6E29-FBB4-6D80-C543D966A662}"/>
              </a:ext>
            </a:extLst>
          </p:cNvPr>
          <p:cNvSpPr/>
          <p:nvPr/>
        </p:nvSpPr>
        <p:spPr>
          <a:xfrm>
            <a:off x="1451113" y="1472028"/>
            <a:ext cx="9481930" cy="101275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C1365-B635-253C-6B7D-F5B62ED320C4}"/>
              </a:ext>
            </a:extLst>
          </p:cNvPr>
          <p:cNvSpPr/>
          <p:nvPr/>
        </p:nvSpPr>
        <p:spPr>
          <a:xfrm>
            <a:off x="5277678" y="1550505"/>
            <a:ext cx="1828800" cy="318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ED0740-812F-AC3C-6F12-CA6F207CF2B8}"/>
              </a:ext>
            </a:extLst>
          </p:cNvPr>
          <p:cNvSpPr/>
          <p:nvPr/>
        </p:nvSpPr>
        <p:spPr>
          <a:xfrm>
            <a:off x="7837004" y="1978405"/>
            <a:ext cx="1828800" cy="318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Chat/QA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C3BEFA-82ED-9ADB-3F24-1AF42A3AA3AD}"/>
              </a:ext>
            </a:extLst>
          </p:cNvPr>
          <p:cNvSpPr/>
          <p:nvPr/>
        </p:nvSpPr>
        <p:spPr>
          <a:xfrm>
            <a:off x="2526196" y="1978405"/>
            <a:ext cx="1828800" cy="318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 Ingestion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FA0654-03D3-B658-0367-3599DDE557B8}"/>
              </a:ext>
            </a:extLst>
          </p:cNvPr>
          <p:cNvSpPr/>
          <p:nvPr/>
        </p:nvSpPr>
        <p:spPr>
          <a:xfrm>
            <a:off x="1451113" y="2703962"/>
            <a:ext cx="9481930" cy="372665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F0AE55-469D-96B4-4EB3-B4C4E56437A0}"/>
              </a:ext>
            </a:extLst>
          </p:cNvPr>
          <p:cNvSpPr/>
          <p:nvPr/>
        </p:nvSpPr>
        <p:spPr>
          <a:xfrm>
            <a:off x="1858617" y="2971801"/>
            <a:ext cx="2496379" cy="330241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C2D5BA-FA10-34DC-D191-121FE3310672}"/>
              </a:ext>
            </a:extLst>
          </p:cNvPr>
          <p:cNvSpPr/>
          <p:nvPr/>
        </p:nvSpPr>
        <p:spPr>
          <a:xfrm>
            <a:off x="2097157" y="3379305"/>
            <a:ext cx="1958008" cy="6957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 Loaders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35922D-911F-3979-DC0A-06512F844CC1}"/>
              </a:ext>
            </a:extLst>
          </p:cNvPr>
          <p:cNvSpPr/>
          <p:nvPr/>
        </p:nvSpPr>
        <p:spPr>
          <a:xfrm>
            <a:off x="2097157" y="4275138"/>
            <a:ext cx="1958008" cy="6957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Chunking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DEEF69-D551-9A04-5287-5EE00B0A7E8F}"/>
              </a:ext>
            </a:extLst>
          </p:cNvPr>
          <p:cNvSpPr/>
          <p:nvPr/>
        </p:nvSpPr>
        <p:spPr>
          <a:xfrm>
            <a:off x="2127802" y="5161549"/>
            <a:ext cx="1958008" cy="6957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Embeddings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399E1E-BCFE-425C-3741-AE5B1403F6F2}"/>
              </a:ext>
            </a:extLst>
          </p:cNvPr>
          <p:cNvSpPr txBox="1"/>
          <p:nvPr/>
        </p:nvSpPr>
        <p:spPr>
          <a:xfrm>
            <a:off x="2276061" y="2990887"/>
            <a:ext cx="169959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Data Processing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6E3480-AE7A-45EC-5136-A3AB300792FF}"/>
              </a:ext>
            </a:extLst>
          </p:cNvPr>
          <p:cNvSpPr/>
          <p:nvPr/>
        </p:nvSpPr>
        <p:spPr>
          <a:xfrm>
            <a:off x="5009322" y="2990887"/>
            <a:ext cx="2017643" cy="217066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8DBF5B-BEC3-4081-1787-900DFDAB53FE}"/>
              </a:ext>
            </a:extLst>
          </p:cNvPr>
          <p:cNvSpPr/>
          <p:nvPr/>
        </p:nvSpPr>
        <p:spPr>
          <a:xfrm>
            <a:off x="5277678" y="3596668"/>
            <a:ext cx="1550505" cy="5565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 Store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EE1632-ABF3-25D8-AA42-018F7AE78562}"/>
              </a:ext>
            </a:extLst>
          </p:cNvPr>
          <p:cNvSpPr/>
          <p:nvPr/>
        </p:nvSpPr>
        <p:spPr>
          <a:xfrm>
            <a:off x="5277678" y="4370479"/>
            <a:ext cx="1550505" cy="5565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Schema Store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780E40-0E5B-FB08-1821-2CAE6D7BF8A6}"/>
              </a:ext>
            </a:extLst>
          </p:cNvPr>
          <p:cNvSpPr/>
          <p:nvPr/>
        </p:nvSpPr>
        <p:spPr>
          <a:xfrm>
            <a:off x="5009321" y="5328412"/>
            <a:ext cx="2017643" cy="8845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00B050"/>
              </a:solidFill>
            </a:endParaRPr>
          </a:p>
          <a:p>
            <a:pPr algn="ctr"/>
            <a:r>
              <a:rPr lang="en-IN" dirty="0">
                <a:solidFill>
                  <a:srgbClr val="00B050"/>
                </a:solidFill>
              </a:rPr>
              <a:t>Structured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9CEF1D-6B05-798F-9CAF-DAA6F7B8657C}"/>
              </a:ext>
            </a:extLst>
          </p:cNvPr>
          <p:cNvSpPr txBox="1"/>
          <p:nvPr/>
        </p:nvSpPr>
        <p:spPr>
          <a:xfrm>
            <a:off x="5277678" y="3008157"/>
            <a:ext cx="147099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Vector</a:t>
            </a:r>
            <a:r>
              <a:rPr lang="en-IN" dirty="0"/>
              <a:t>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Stores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951039-2782-4685-C074-FAE719576974}"/>
              </a:ext>
            </a:extLst>
          </p:cNvPr>
          <p:cNvSpPr/>
          <p:nvPr/>
        </p:nvSpPr>
        <p:spPr>
          <a:xfrm>
            <a:off x="8229600" y="3008157"/>
            <a:ext cx="2186609" cy="320483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691115-94F7-D66F-8602-AB150EB6F100}"/>
              </a:ext>
            </a:extLst>
          </p:cNvPr>
          <p:cNvSpPr/>
          <p:nvPr/>
        </p:nvSpPr>
        <p:spPr>
          <a:xfrm>
            <a:off x="8448260" y="4261868"/>
            <a:ext cx="1828800" cy="773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Prompts &amp; Prompt Builders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0DE790-6D39-7D78-1C12-2D945EDF1AD2}"/>
              </a:ext>
            </a:extLst>
          </p:cNvPr>
          <p:cNvSpPr/>
          <p:nvPr/>
        </p:nvSpPr>
        <p:spPr>
          <a:xfrm>
            <a:off x="8448260" y="3487551"/>
            <a:ext cx="1828800" cy="567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Retriever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19A40B-969E-095C-58BC-A92BB77E34A4}"/>
              </a:ext>
            </a:extLst>
          </p:cNvPr>
          <p:cNvSpPr/>
          <p:nvPr/>
        </p:nvSpPr>
        <p:spPr>
          <a:xfrm>
            <a:off x="8448260" y="5388271"/>
            <a:ext cx="1828800" cy="567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Agent/LLM Generator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1BF297-66FB-637C-F9E8-0AA75E544451}"/>
              </a:ext>
            </a:extLst>
          </p:cNvPr>
          <p:cNvSpPr txBox="1"/>
          <p:nvPr/>
        </p:nvSpPr>
        <p:spPr>
          <a:xfrm>
            <a:off x="8623851" y="3025674"/>
            <a:ext cx="147099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RAG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591F0A-420C-503D-5CD5-93F016720D12}"/>
              </a:ext>
            </a:extLst>
          </p:cNvPr>
          <p:cNvSpPr txBox="1"/>
          <p:nvPr/>
        </p:nvSpPr>
        <p:spPr>
          <a:xfrm>
            <a:off x="5317434" y="5339626"/>
            <a:ext cx="1470992" cy="3385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3056127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9E5FB-5846-D302-19F9-32FB403C6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689715"/>
            <a:ext cx="9905998" cy="1478570"/>
          </a:xfrm>
        </p:spPr>
        <p:txBody>
          <a:bodyPr/>
          <a:lstStyle/>
          <a:p>
            <a:pPr algn="ctr"/>
            <a:r>
              <a:rPr lang="en-IN" dirty="0"/>
              <a:t>Thank </a:t>
            </a:r>
            <a:r>
              <a:rPr lang="en-IN" dirty="0" err="1"/>
              <a:t>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6579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099B63B-9C16-4EDB-BE9F-67FF94047177}">
  <we:reference id="wa104380518" version="3.7.0.0" store="en-US" storeType="OMEX"/>
  <we:alternateReferences>
    <we:reference id="wa104380518" version="3.7.0.0" store="wa104380518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196</TotalTime>
  <Words>44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Tw Cen MT</vt:lpstr>
      <vt:lpstr>Circuit</vt:lpstr>
      <vt:lpstr>FolderChat</vt:lpstr>
      <vt:lpstr>Solution Design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VIPPALA MADHAVA REDDY</dc:creator>
  <cp:lastModifiedBy>VIPPALA MADHAVA REDDY</cp:lastModifiedBy>
  <cp:revision>2</cp:revision>
  <dcterms:created xsi:type="dcterms:W3CDTF">2025-11-22T10:10:01Z</dcterms:created>
  <dcterms:modified xsi:type="dcterms:W3CDTF">2025-11-22T13:48:22Z</dcterms:modified>
</cp:coreProperties>
</file>